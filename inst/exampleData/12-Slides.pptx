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82" r:id="rId4"/>
  </p:sldMasterIdLst>
  <p:notesMasterIdLst>
    <p:notesMasterId r:id="rId8"/>
  </p:notesMasterIdLst>
  <p:handoutMasterIdLst>
    <p:handoutMasterId r:id="rId9"/>
  </p:handoutMasterIdLst>
  <p:sldIdLst>
    <p:sldId id="256" r:id="rId5"/>
    <p:sldId id="257" r:id="rId6"/>
    <p:sldId id="258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6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29">
          <p15:clr>
            <a:srgbClr val="A4A3A4"/>
          </p15:clr>
        </p15:guide>
        <p15:guide id="2" pos="39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8" roundtripDataSignature="AMtx7mh08hyCncQkl03gD7i4E+swarCVpQ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E0E3881-4FAD-B168-B077-3E7D91EACC0E}" name="Willem Hettema" initials="WH" userId="S::whettema@argenx.com::7e5785da-22d0-4315-9ef1-57026af5ebe3" providerId="AD"/>
  <p188:author id="{175A4E89-991A-BD40-26BC-FEE257258F7B}" name="Anne-Gaëlle Dosne" initials="AD" userId="S::adosne@argenx.com::0fb238a0-396c-4a88-b381-edddb072749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013" autoAdjust="0"/>
  </p:normalViewPr>
  <p:slideViewPr>
    <p:cSldViewPr snapToGrid="0">
      <p:cViewPr varScale="1">
        <p:scale>
          <a:sx n="149" d="100"/>
          <a:sy n="149" d="100"/>
        </p:scale>
        <p:origin x="744" y="126"/>
      </p:cViewPr>
      <p:guideLst>
        <p:guide orient="horz" pos="2129"/>
        <p:guide pos="393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6552" y="21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98" Type="http://customschemas.google.com/relationships/presentationmetadata" Target="metadata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03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02" Type="http://schemas.openxmlformats.org/officeDocument/2006/relationships/tableStyles" Target="tableStyles.xml"/><Relationship Id="rId5" Type="http://schemas.openxmlformats.org/officeDocument/2006/relationships/slide" Target="slides/slide1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0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CF3FE07-AAA8-CB73-9529-BFA3BFD59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51B753-923B-C6E3-93FA-0F4737D90E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407F4C-6F54-448E-8E22-604370863B7B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0686E1-A0E2-89EE-716C-2EBB81CD85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74E1D8-7E8C-0EAF-690B-1D0D0755717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2521F8-4B82-456C-964F-9FC6F3A73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9333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5E99A-8727-452E-8D01-02DFDF008E8B}" type="datetimeFigureOut">
              <a:rPr lang="en-BE" smtClean="0"/>
              <a:t>22/07/2026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80C59-9988-4D09-8E13-E124FD776AA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707624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Titl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B5E2FA-9269-02A5-4A06-7D798C29A4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46" t="9186" r="2719" b="18750"/>
          <a:stretch/>
        </p:blipFill>
        <p:spPr>
          <a:xfrm flipV="1">
            <a:off x="0" y="-3"/>
            <a:ext cx="12191999" cy="68579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29BC3E-869D-F3ED-2AD5-4662BD0784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287174" y="6303985"/>
            <a:ext cx="1066626" cy="332185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D23BDE-2084-A8C0-8B4D-EFD4DA4E82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5319" y="3903530"/>
            <a:ext cx="7486650" cy="369332"/>
          </a:xfrm>
        </p:spPr>
        <p:txBody>
          <a:bodyPr>
            <a:sp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BE63B-56A7-0631-7560-0FFEC05FE386}"/>
              </a:ext>
            </a:extLst>
          </p:cNvPr>
          <p:cNvSpPr txBox="1">
            <a:spLocks/>
          </p:cNvSpPr>
          <p:nvPr userDrawn="1"/>
        </p:nvSpPr>
        <p:spPr>
          <a:xfrm>
            <a:off x="838200" y="6387943"/>
            <a:ext cx="3713815" cy="16426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de-DE" sz="850" kern="1200" smtClean="0">
                <a:solidFill>
                  <a:schemeClr val="accent5">
                    <a:lumMod val="75000"/>
                  </a:schemeClr>
                </a:solidFill>
                <a:latin typeface="Century Gothic"/>
                <a:ea typeface="+mn-ea"/>
                <a:cs typeface="Century Gothic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xo 2" pitchFamily="2" charset="77"/>
                <a:ea typeface="+mn-ea"/>
                <a:cs typeface="+mn-cs"/>
              </a:rPr>
              <a:t>Confidential   |   For internal use only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xo 2" pitchFamily="2" charset="77"/>
                <a:ea typeface="+mn-ea"/>
              </a:rPr>
              <a:t> 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6589242-8DC5-6A96-3741-5890B8E64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91969" y="4535487"/>
            <a:ext cx="3061831" cy="1768497"/>
          </a:xfrm>
        </p:spPr>
        <p:txBody>
          <a:bodyPr/>
          <a:lstStyle>
            <a:lvl1pPr marL="12700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8E51F5A-08F5-0859-8BE2-39B9D7D81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0558"/>
            <a:ext cx="10515600" cy="1923691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008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preserve="1" userDrawn="1">
  <p:cSld name="Sec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0;p29">
            <a:extLst>
              <a:ext uri="{FF2B5EF4-FFF2-40B4-BE49-F238E27FC236}">
                <a16:creationId xmlns:a16="http://schemas.microsoft.com/office/drawing/2014/main" id="{ED3B7DD3-59AA-D837-E4E7-29138E7F77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1130" y="2320864"/>
            <a:ext cx="10820401" cy="1378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5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476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preserve="1" userDrawn="1">
  <p:cSld name="One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0;p29">
            <a:extLst>
              <a:ext uri="{FF2B5EF4-FFF2-40B4-BE49-F238E27FC236}">
                <a16:creationId xmlns:a16="http://schemas.microsoft.com/office/drawing/2014/main" id="{ED3B7DD3-59AA-D837-E4E7-29138E7F77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399" y="311591"/>
            <a:ext cx="10820401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20EBE4-179D-28BC-DEE3-1E4434353F9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3400" y="1112838"/>
            <a:ext cx="10820400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443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preserve="1" userDrawn="1">
  <p:cSld name="Two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0;p29">
            <a:extLst>
              <a:ext uri="{FF2B5EF4-FFF2-40B4-BE49-F238E27FC236}">
                <a16:creationId xmlns:a16="http://schemas.microsoft.com/office/drawing/2014/main" id="{EA0F57FD-94A2-DF0C-B87E-7D6A19D2EE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399" y="311591"/>
            <a:ext cx="10820401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C36373BD-7B73-DB96-4E00-DC6AC935026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112838"/>
            <a:ext cx="5257800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5435E63B-61B7-84F4-291E-1D42BE648EA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1112838"/>
            <a:ext cx="5257800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224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preserve="1" userDrawn="1">
  <p:cSld name="Three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0;p29">
            <a:extLst>
              <a:ext uri="{FF2B5EF4-FFF2-40B4-BE49-F238E27FC236}">
                <a16:creationId xmlns:a16="http://schemas.microsoft.com/office/drawing/2014/main" id="{EA0F57FD-94A2-DF0C-B87E-7D6A19D2EE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399" y="311591"/>
            <a:ext cx="10820401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C36373BD-7B73-DB96-4E00-DC6AC935026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112838"/>
            <a:ext cx="3513667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2D8E3DC8-5388-250C-8ABB-11F7462E797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39166" y="1112838"/>
            <a:ext cx="3513667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104B4F-71AA-23A9-564D-D4A0EAC34B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28000" y="1112838"/>
            <a:ext cx="3513667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63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preserve="1" userDrawn="1">
  <p:cSld name="Two Content Right Bigg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0;p29">
            <a:extLst>
              <a:ext uri="{FF2B5EF4-FFF2-40B4-BE49-F238E27FC236}">
                <a16:creationId xmlns:a16="http://schemas.microsoft.com/office/drawing/2014/main" id="{EA0F57FD-94A2-DF0C-B87E-7D6A19D2EE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399" y="311591"/>
            <a:ext cx="10820401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C36373BD-7B73-DB96-4E00-DC6AC935026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112838"/>
            <a:ext cx="3888205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5435E63B-61B7-84F4-291E-1D42BE648EA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3874" y="1112838"/>
            <a:ext cx="6829926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453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preserve="1" userDrawn="1">
  <p:cSld name="Content Left Four Content Righ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0;p29">
            <a:extLst>
              <a:ext uri="{FF2B5EF4-FFF2-40B4-BE49-F238E27FC236}">
                <a16:creationId xmlns:a16="http://schemas.microsoft.com/office/drawing/2014/main" id="{EA0F57FD-94A2-DF0C-B87E-7D6A19D2EE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399" y="311591"/>
            <a:ext cx="10820401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C36373BD-7B73-DB96-4E00-DC6AC935026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00" y="1112838"/>
            <a:ext cx="3888205" cy="4902200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5435E63B-61B7-84F4-291E-1D42BE648EA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23874" y="1112838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6981CDE-FFA0-E997-EB43-AEA3D536456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61867" y="1112838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7DD5C7-2E79-489C-A4FB-D5010C1745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23874" y="3530072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8A1B12F-CA2A-E19A-EA71-9A50D1E484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1867" y="3530072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625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preserve="1" userDrawn="1">
  <p:cSld name="Six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0;p29">
            <a:extLst>
              <a:ext uri="{FF2B5EF4-FFF2-40B4-BE49-F238E27FC236}">
                <a16:creationId xmlns:a16="http://schemas.microsoft.com/office/drawing/2014/main" id="{EA0F57FD-94A2-DF0C-B87E-7D6A19D2EE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399" y="311591"/>
            <a:ext cx="10820401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5435E63B-61B7-84F4-291E-1D42BE648EA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19074" y="1112838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6981CDE-FFA0-E997-EB43-AEA3D536456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904749" y="1112838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7DD5C7-2E79-489C-A4FB-D5010C17453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19074" y="3530072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8A1B12F-CA2A-E19A-EA71-9A50D1E484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04749" y="3530072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66F17826-95B4-F1E4-AC2C-25C83E2F04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112838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C006DC0E-A844-48FF-75D4-5FEB295D3B0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33399" y="3530072"/>
            <a:ext cx="3637993" cy="2375429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022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preserve="1" userDrawn="1">
  <p:cSld name="Comparis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0;p29">
            <a:extLst>
              <a:ext uri="{FF2B5EF4-FFF2-40B4-BE49-F238E27FC236}">
                <a16:creationId xmlns:a16="http://schemas.microsoft.com/office/drawing/2014/main" id="{C2902712-91F7-9E22-CCE5-540615B8BE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399" y="311591"/>
            <a:ext cx="10820401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5AC209-CC6E-A681-F5E2-E82D556EBE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3400" y="1033463"/>
            <a:ext cx="5121442" cy="449262"/>
          </a:xfrm>
          <a:prstGeom prst="rect">
            <a:avLst/>
          </a:prstGeom>
        </p:spPr>
        <p:txBody>
          <a:bodyPr/>
          <a:lstStyle>
            <a:lvl1pPr marL="12700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FB2143A2-A9A8-6B70-8537-FD4583BA28D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" y="1679387"/>
            <a:ext cx="5121442" cy="4335651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ACEAD9C-9B9B-A707-F365-A209F31377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2358" y="1033463"/>
            <a:ext cx="5121442" cy="449262"/>
          </a:xfrm>
          <a:prstGeom prst="rect">
            <a:avLst/>
          </a:prstGeom>
        </p:spPr>
        <p:txBody>
          <a:bodyPr/>
          <a:lstStyle>
            <a:lvl1pPr marL="12700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D405FC2-FAA0-2BBF-425E-D0AA1F0EA0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2358" y="1679387"/>
            <a:ext cx="5121442" cy="4335651"/>
          </a:xfrm>
          <a:prstGeom prst="rect">
            <a:avLst/>
          </a:prstGeom>
        </p:spPr>
        <p:txBody>
          <a:bodyPr/>
          <a:lstStyle>
            <a:lvl1pPr marL="288000" indent="-180000">
              <a:defRPr/>
            </a:lvl1pPr>
            <a:lvl2pPr marL="540000" indent="-180000">
              <a:defRPr/>
            </a:lvl2pPr>
            <a:lvl3pPr marL="792000" indent="-180000">
              <a:buSzPct val="100000"/>
              <a:defRPr sz="1400"/>
            </a:lvl3pPr>
            <a:lvl4pPr marL="1044000" indent="-180000">
              <a:defRPr sz="1200"/>
            </a:lvl4pPr>
            <a:lvl5pPr marL="1296000" indent="-1800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44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oals. Strat. Meas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C41806F-62EF-A6EF-8892-5AE5F967F809}"/>
              </a:ext>
            </a:extLst>
          </p:cNvPr>
          <p:cNvSpPr/>
          <p:nvPr/>
        </p:nvSpPr>
        <p:spPr>
          <a:xfrm>
            <a:off x="838200" y="2803062"/>
            <a:ext cx="3394263" cy="30565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6F095945-A745-463A-3AE1-21B4D40BB1E8}"/>
              </a:ext>
            </a:extLst>
          </p:cNvPr>
          <p:cNvSpPr txBox="1">
            <a:spLocks/>
          </p:cNvSpPr>
          <p:nvPr/>
        </p:nvSpPr>
        <p:spPr>
          <a:xfrm>
            <a:off x="846231" y="3422738"/>
            <a:ext cx="3378200" cy="292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Exo 2" pitchFamily="2" charset="77"/>
                <a:ea typeface="Calibri"/>
                <a:cs typeface="Calibri"/>
                <a:sym typeface="Calibri"/>
              </a:defRPr>
            </a:lvl1pPr>
            <a:lvl2pPr marL="1218072" marR="0" lvl="1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7108" marR="0" lvl="2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6144" marR="0" lvl="3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5181" marR="0" lvl="4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4217" marR="0" lvl="5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3253" marR="0" lvl="6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2289" marR="0" lvl="7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1325" marR="0" lvl="8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b="1">
                <a:solidFill>
                  <a:schemeClr val="accent2"/>
                </a:solidFill>
              </a:rPr>
              <a:t>Goals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4D5D90E-9E78-AB66-1B66-E222795594F5}"/>
              </a:ext>
            </a:extLst>
          </p:cNvPr>
          <p:cNvSpPr/>
          <p:nvPr/>
        </p:nvSpPr>
        <p:spPr>
          <a:xfrm>
            <a:off x="2020357" y="2266039"/>
            <a:ext cx="1029948" cy="102994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F7DBF3-2EDE-A5E4-6ABD-378D3B570F57}"/>
              </a:ext>
            </a:extLst>
          </p:cNvPr>
          <p:cNvSpPr/>
          <p:nvPr/>
        </p:nvSpPr>
        <p:spPr>
          <a:xfrm>
            <a:off x="4394081" y="2803062"/>
            <a:ext cx="3394263" cy="3056573"/>
          </a:xfrm>
          <a:prstGeom prst="rect">
            <a:avLst/>
          </a:prstGeom>
          <a:solidFill>
            <a:schemeClr val="accent3">
              <a:alpha val="3486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1D07EC36-3F2F-244D-B3D4-369FA0D35B66}"/>
              </a:ext>
            </a:extLst>
          </p:cNvPr>
          <p:cNvSpPr txBox="1">
            <a:spLocks/>
          </p:cNvSpPr>
          <p:nvPr/>
        </p:nvSpPr>
        <p:spPr>
          <a:xfrm>
            <a:off x="4402112" y="3422738"/>
            <a:ext cx="3378200" cy="292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Exo 2" pitchFamily="2" charset="77"/>
                <a:ea typeface="Calibri"/>
                <a:cs typeface="Calibri"/>
                <a:sym typeface="Calibri"/>
              </a:defRPr>
            </a:lvl1pPr>
            <a:lvl2pPr marL="1218072" marR="0" lvl="1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7108" marR="0" lvl="2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6144" marR="0" lvl="3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5181" marR="0" lvl="4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4217" marR="0" lvl="5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3253" marR="0" lvl="6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2289" marR="0" lvl="7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1325" marR="0" lvl="8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b="1">
                <a:solidFill>
                  <a:schemeClr val="accent1"/>
                </a:solidFill>
              </a:rPr>
              <a:t>Strategies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2400128-3512-2693-8030-F086CF25106A}"/>
              </a:ext>
            </a:extLst>
          </p:cNvPr>
          <p:cNvSpPr/>
          <p:nvPr/>
        </p:nvSpPr>
        <p:spPr>
          <a:xfrm>
            <a:off x="5576238" y="2266039"/>
            <a:ext cx="1029948" cy="10299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F5C89-A721-23B7-54D4-04DF09037936}"/>
              </a:ext>
            </a:extLst>
          </p:cNvPr>
          <p:cNvSpPr/>
          <p:nvPr/>
        </p:nvSpPr>
        <p:spPr>
          <a:xfrm>
            <a:off x="7949963" y="2803062"/>
            <a:ext cx="3394263" cy="305657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3711B96-588C-DF0B-6F2B-CCDF33CD0FA6}"/>
              </a:ext>
            </a:extLst>
          </p:cNvPr>
          <p:cNvSpPr txBox="1">
            <a:spLocks/>
          </p:cNvSpPr>
          <p:nvPr/>
        </p:nvSpPr>
        <p:spPr>
          <a:xfrm>
            <a:off x="7957994" y="3422738"/>
            <a:ext cx="3378200" cy="292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Exo 2" pitchFamily="2" charset="77"/>
                <a:ea typeface="Calibri"/>
                <a:cs typeface="Calibri"/>
                <a:sym typeface="Calibri"/>
              </a:defRPr>
            </a:lvl1pPr>
            <a:lvl2pPr marL="1218072" marR="0" lvl="1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7108" marR="0" lvl="2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6144" marR="0" lvl="3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5181" marR="0" lvl="4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4217" marR="0" lvl="5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3253" marR="0" lvl="6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2289" marR="0" lvl="7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1325" marR="0" lvl="8" indent="-45677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ctr">
              <a:spcBef>
                <a:spcPts val="0"/>
              </a:spcBef>
            </a:pPr>
            <a:r>
              <a:rPr lang="en-US" b="1">
                <a:solidFill>
                  <a:schemeClr val="tx1"/>
                </a:solidFill>
              </a:rPr>
              <a:t>Measures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91161B0-4258-2885-B13B-C71F0937605D}"/>
              </a:ext>
            </a:extLst>
          </p:cNvPr>
          <p:cNvSpPr/>
          <p:nvPr/>
        </p:nvSpPr>
        <p:spPr>
          <a:xfrm>
            <a:off x="9132120" y="2266039"/>
            <a:ext cx="1029948" cy="102994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9B8724C-6C66-B7D6-7640-109F91BA9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085" y="2456300"/>
            <a:ext cx="574493" cy="649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A0F0F70-897A-E640-7EA5-05BAE34EC2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5729" y="2447974"/>
            <a:ext cx="682731" cy="66607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4724093-2FFE-F8C5-DA7D-1399E52AF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292" y="2456300"/>
            <a:ext cx="557841" cy="649427"/>
          </a:xfrm>
          <a:prstGeom prst="rect">
            <a:avLst/>
          </a:prstGeom>
        </p:spPr>
      </p:pic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B7EA5398-8B18-4DC1-382C-667CB58D5A9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8200" y="1378381"/>
            <a:ext cx="10515600" cy="32213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0" indent="0" algn="l">
              <a:buNone/>
              <a:defRPr sz="1400" b="0">
                <a:latin typeface="Exo 2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1;p29">
            <a:extLst>
              <a:ext uri="{FF2B5EF4-FFF2-40B4-BE49-F238E27FC236}">
                <a16:creationId xmlns:a16="http://schemas.microsoft.com/office/drawing/2014/main" id="{28373B35-DBAC-CF1C-0337-D7EAB1B667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00885" y="3686484"/>
            <a:ext cx="3068893" cy="1184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285750" lvl="0" indent="-28575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 panose="020B0604020202020204" pitchFamily="34" charset="0"/>
              <a:buChar char="•"/>
              <a:defRPr sz="1200">
                <a:latin typeface="Exo 2" pitchFamily="2" charset="77"/>
              </a:defRPr>
            </a:lvl1pPr>
            <a:lvl2pPr marL="1218072" lvl="1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827108" lvl="2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6144" lvl="3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5181" lvl="4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4217" lvl="5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3253" lvl="6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2289" lvl="7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1325" lvl="8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Google Shape;21;p29">
            <a:extLst>
              <a:ext uri="{FF2B5EF4-FFF2-40B4-BE49-F238E27FC236}">
                <a16:creationId xmlns:a16="http://schemas.microsoft.com/office/drawing/2014/main" id="{0DC0AF41-638B-2CEF-EEBA-770DE61B9A17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xfrm>
            <a:off x="4556766" y="3686484"/>
            <a:ext cx="3068893" cy="1184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285750" lvl="0" indent="-28575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 panose="020B0604020202020204" pitchFamily="34" charset="0"/>
              <a:buChar char="•"/>
              <a:defRPr sz="1200">
                <a:latin typeface="Exo 2" pitchFamily="2" charset="77"/>
              </a:defRPr>
            </a:lvl1pPr>
            <a:lvl2pPr marL="1218072" lvl="1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827108" lvl="2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6144" lvl="3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5181" lvl="4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4217" lvl="5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3253" lvl="6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2289" lvl="7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1325" lvl="8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Google Shape;21;p29">
            <a:extLst>
              <a:ext uri="{FF2B5EF4-FFF2-40B4-BE49-F238E27FC236}">
                <a16:creationId xmlns:a16="http://schemas.microsoft.com/office/drawing/2014/main" id="{33BFA44A-FBE3-76A1-3BF9-B1DC1845C1E4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8112648" y="3686484"/>
            <a:ext cx="3068893" cy="1184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285750" lvl="0" indent="-28575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 panose="020B0604020202020204" pitchFamily="34" charset="0"/>
              <a:buChar char="•"/>
              <a:defRPr sz="1200">
                <a:latin typeface="Exo 2" pitchFamily="2" charset="77"/>
              </a:defRPr>
            </a:lvl1pPr>
            <a:lvl2pPr marL="1218072" lvl="1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827108" lvl="2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6144" lvl="3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5181" lvl="4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4217" lvl="5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3253" lvl="6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2289" lvl="7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1325" lvl="8" indent="-4567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Google Shape;20;p29">
            <a:extLst>
              <a:ext uri="{FF2B5EF4-FFF2-40B4-BE49-F238E27FC236}">
                <a16:creationId xmlns:a16="http://schemas.microsoft.com/office/drawing/2014/main" id="{F5D1FA93-90DD-9B95-6A6C-49294C8DC8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02087"/>
            <a:ext cx="10515600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8474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1_Title and Conte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05;p28">
            <a:extLst>
              <a:ext uri="{FF2B5EF4-FFF2-40B4-BE49-F238E27FC236}">
                <a16:creationId xmlns:a16="http://schemas.microsoft.com/office/drawing/2014/main" id="{98F38D66-6551-E7C0-2529-5DDE5757AA9A}"/>
              </a:ext>
            </a:extLst>
          </p:cNvPr>
          <p:cNvCxnSpPr>
            <a:cxnSpLocks/>
          </p:cNvCxnSpPr>
          <p:nvPr/>
        </p:nvCxnSpPr>
        <p:spPr>
          <a:xfrm>
            <a:off x="494623" y="2876003"/>
            <a:ext cx="0" cy="354742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" name="Google Shape;205;p28">
            <a:extLst>
              <a:ext uri="{FF2B5EF4-FFF2-40B4-BE49-F238E27FC236}">
                <a16:creationId xmlns:a16="http://schemas.microsoft.com/office/drawing/2014/main" id="{A50AC84E-32EB-D7FE-CADF-B5364FB6527B}"/>
              </a:ext>
            </a:extLst>
          </p:cNvPr>
          <p:cNvCxnSpPr>
            <a:cxnSpLocks/>
          </p:cNvCxnSpPr>
          <p:nvPr/>
        </p:nvCxnSpPr>
        <p:spPr>
          <a:xfrm>
            <a:off x="2568466" y="2871484"/>
            <a:ext cx="0" cy="354742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" name="Google Shape;205;p28">
            <a:extLst>
              <a:ext uri="{FF2B5EF4-FFF2-40B4-BE49-F238E27FC236}">
                <a16:creationId xmlns:a16="http://schemas.microsoft.com/office/drawing/2014/main" id="{6F773415-365C-F9F4-E151-D429063DBDE7}"/>
              </a:ext>
            </a:extLst>
          </p:cNvPr>
          <p:cNvCxnSpPr>
            <a:cxnSpLocks/>
          </p:cNvCxnSpPr>
          <p:nvPr/>
        </p:nvCxnSpPr>
        <p:spPr>
          <a:xfrm>
            <a:off x="4924479" y="2876003"/>
            <a:ext cx="0" cy="35474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Google Shape;205;p28">
            <a:extLst>
              <a:ext uri="{FF2B5EF4-FFF2-40B4-BE49-F238E27FC236}">
                <a16:creationId xmlns:a16="http://schemas.microsoft.com/office/drawing/2014/main" id="{46178EC4-0C5D-B027-158B-41ABB7D63F25}"/>
              </a:ext>
            </a:extLst>
          </p:cNvPr>
          <p:cNvCxnSpPr>
            <a:cxnSpLocks/>
          </p:cNvCxnSpPr>
          <p:nvPr/>
        </p:nvCxnSpPr>
        <p:spPr>
          <a:xfrm>
            <a:off x="7325036" y="2876003"/>
            <a:ext cx="0" cy="354742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205;p28">
            <a:extLst>
              <a:ext uri="{FF2B5EF4-FFF2-40B4-BE49-F238E27FC236}">
                <a16:creationId xmlns:a16="http://schemas.microsoft.com/office/drawing/2014/main" id="{626C9FDE-5A78-8CC5-BBB1-79F01A1E3E94}"/>
              </a:ext>
            </a:extLst>
          </p:cNvPr>
          <p:cNvCxnSpPr>
            <a:cxnSpLocks/>
          </p:cNvCxnSpPr>
          <p:nvPr/>
        </p:nvCxnSpPr>
        <p:spPr>
          <a:xfrm>
            <a:off x="9669464" y="2871484"/>
            <a:ext cx="0" cy="354742"/>
          </a:xfrm>
          <a:prstGeom prst="straightConnector1">
            <a:avLst/>
          </a:prstGeom>
          <a:noFill/>
          <a:ln w="1905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Right Arrow 49">
            <a:extLst>
              <a:ext uri="{FF2B5EF4-FFF2-40B4-BE49-F238E27FC236}">
                <a16:creationId xmlns:a16="http://schemas.microsoft.com/office/drawing/2014/main" id="{C5DDCE1B-E916-5A92-5D56-1366D5860772}"/>
              </a:ext>
            </a:extLst>
          </p:cNvPr>
          <p:cNvSpPr/>
          <p:nvPr/>
        </p:nvSpPr>
        <p:spPr>
          <a:xfrm>
            <a:off x="7854380" y="2317276"/>
            <a:ext cx="4337620" cy="678473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Right Arrow 50">
            <a:extLst>
              <a:ext uri="{FF2B5EF4-FFF2-40B4-BE49-F238E27FC236}">
                <a16:creationId xmlns:a16="http://schemas.microsoft.com/office/drawing/2014/main" id="{5D93FC3F-08DA-2F37-96C5-F41AF13255CD}"/>
              </a:ext>
            </a:extLst>
          </p:cNvPr>
          <p:cNvSpPr/>
          <p:nvPr/>
        </p:nvSpPr>
        <p:spPr>
          <a:xfrm>
            <a:off x="6738038" y="2317276"/>
            <a:ext cx="3199351" cy="678473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Arrow 51">
            <a:extLst>
              <a:ext uri="{FF2B5EF4-FFF2-40B4-BE49-F238E27FC236}">
                <a16:creationId xmlns:a16="http://schemas.microsoft.com/office/drawing/2014/main" id="{8AC5A701-BF2C-5E22-B48E-488C2EB12AFC}"/>
              </a:ext>
            </a:extLst>
          </p:cNvPr>
          <p:cNvSpPr/>
          <p:nvPr/>
        </p:nvSpPr>
        <p:spPr>
          <a:xfrm>
            <a:off x="4694179" y="2317276"/>
            <a:ext cx="2803642" cy="678473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52">
            <a:extLst>
              <a:ext uri="{FF2B5EF4-FFF2-40B4-BE49-F238E27FC236}">
                <a16:creationId xmlns:a16="http://schemas.microsoft.com/office/drawing/2014/main" id="{A2BB4107-287C-4128-8E64-C79D263F81C1}"/>
              </a:ext>
            </a:extLst>
          </p:cNvPr>
          <p:cNvSpPr/>
          <p:nvPr/>
        </p:nvSpPr>
        <p:spPr>
          <a:xfrm>
            <a:off x="750870" y="2317275"/>
            <a:ext cx="4337620" cy="678473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Arrow 53">
            <a:extLst>
              <a:ext uri="{FF2B5EF4-FFF2-40B4-BE49-F238E27FC236}">
                <a16:creationId xmlns:a16="http://schemas.microsoft.com/office/drawing/2014/main" id="{796321C7-9786-DD6E-5F1B-D14DC6B88D13}"/>
              </a:ext>
            </a:extLst>
          </p:cNvPr>
          <p:cNvSpPr/>
          <p:nvPr/>
        </p:nvSpPr>
        <p:spPr>
          <a:xfrm>
            <a:off x="0" y="2317276"/>
            <a:ext cx="2803642" cy="678473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90EC0666-5027-87AF-3A23-5F5BCB2AE6A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330795" y="3429000"/>
            <a:ext cx="1905132" cy="2215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spcBef>
                <a:spcPts val="0"/>
              </a:spcBef>
              <a:buNone/>
              <a:defRPr sz="1600" b="0" i="0">
                <a:latin typeface="Exo 2 Medium" pitchFamily="2" charset="77"/>
              </a:defRPr>
            </a:lvl1pPr>
          </a:lstStyle>
          <a:p>
            <a:pPr lvl="0"/>
            <a:r>
              <a:rPr lang="en-US"/>
              <a:t>Title of Event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4BCC8535-F286-24EA-8BEE-2421103E6E8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69464" y="3874155"/>
            <a:ext cx="1905132" cy="1661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1200" b="1" i="0">
                <a:solidFill>
                  <a:srgbClr val="91C353"/>
                </a:solidFill>
                <a:latin typeface="Exo 2 Medium" pitchFamily="2" charset="77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3CEF2EC5-A502-5CF9-25E3-2A3EBD4F9E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669464" y="3429000"/>
            <a:ext cx="1905132" cy="2215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spcBef>
                <a:spcPts val="0"/>
              </a:spcBef>
              <a:buNone/>
              <a:defRPr sz="1600" b="0" i="0">
                <a:latin typeface="Exo 2 Medium" pitchFamily="2" charset="77"/>
              </a:defRPr>
            </a:lvl1pPr>
          </a:lstStyle>
          <a:p>
            <a:pPr lvl="0"/>
            <a:r>
              <a:rPr lang="en-US"/>
              <a:t>Title of Event</a:t>
            </a:r>
          </a:p>
        </p:txBody>
      </p:sp>
      <p:sp>
        <p:nvSpPr>
          <p:cNvPr id="41" name="Text Placeholder 13">
            <a:extLst>
              <a:ext uri="{FF2B5EF4-FFF2-40B4-BE49-F238E27FC236}">
                <a16:creationId xmlns:a16="http://schemas.microsoft.com/office/drawing/2014/main" id="{3CF5B88D-FA55-DDD9-13A3-BE582B72A95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833311" y="2490312"/>
            <a:ext cx="1905132" cy="332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Exo 2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1F6D97E6-A694-A39F-C829-5BC81B628A1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8886" y="2494599"/>
            <a:ext cx="1905132" cy="332399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Exo 2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DED5D5E2-B4BB-EB20-1330-BF1ABC7EE28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06284" y="2490312"/>
            <a:ext cx="1905132" cy="332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Exo 2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4" name="Text Placeholder 13">
            <a:extLst>
              <a:ext uri="{FF2B5EF4-FFF2-40B4-BE49-F238E27FC236}">
                <a16:creationId xmlns:a16="http://schemas.microsoft.com/office/drawing/2014/main" id="{2082FCBA-1455-E7EF-ECD3-78E1770FCE4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521529" y="2490312"/>
            <a:ext cx="1905132" cy="332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Exo 2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5" name="Text Placeholder 13">
            <a:extLst>
              <a:ext uri="{FF2B5EF4-FFF2-40B4-BE49-F238E27FC236}">
                <a16:creationId xmlns:a16="http://schemas.microsoft.com/office/drawing/2014/main" id="{5C4E469D-445D-CF46-30DA-205F9C6A5C8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772604" y="2490312"/>
            <a:ext cx="1905132" cy="332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 i="0">
                <a:solidFill>
                  <a:schemeClr val="tx1"/>
                </a:solidFill>
                <a:latin typeface="Exo 2" pitchFamily="2" charset="77"/>
              </a:defRPr>
            </a:lvl1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46" name="Text Placeholder 85">
            <a:extLst>
              <a:ext uri="{FF2B5EF4-FFF2-40B4-BE49-F238E27FC236}">
                <a16:creationId xmlns:a16="http://schemas.microsoft.com/office/drawing/2014/main" id="{E799090C-95C9-B269-C154-3442F9BA6B7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666850" y="4272522"/>
            <a:ext cx="1905132" cy="57554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93675" indent="-193675">
              <a:spcBef>
                <a:spcPts val="200"/>
              </a:spcBef>
              <a:buClr>
                <a:schemeClr val="accent2"/>
              </a:buClr>
              <a:buSzPct val="100000"/>
              <a:tabLst/>
              <a:defRPr sz="1200" b="0" i="0">
                <a:latin typeface="Exo 2" pitchFamily="2" charset="77"/>
              </a:defRPr>
            </a:lvl1pPr>
          </a:lstStyle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</p:txBody>
      </p:sp>
      <p:sp>
        <p:nvSpPr>
          <p:cNvPr id="47" name="Text Placeholder 85">
            <a:extLst>
              <a:ext uri="{FF2B5EF4-FFF2-40B4-BE49-F238E27FC236}">
                <a16:creationId xmlns:a16="http://schemas.microsoft.com/office/drawing/2014/main" id="{78984840-65FC-9306-9C63-C661B4C1BBD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330795" y="3752583"/>
            <a:ext cx="1905132" cy="57554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-192024">
              <a:spcBef>
                <a:spcPts val="200"/>
              </a:spcBef>
              <a:buClr>
                <a:schemeClr val="accent2"/>
              </a:buClr>
              <a:buSzPct val="100000"/>
              <a:defRPr sz="1200" b="0" i="0">
                <a:latin typeface="Exo 2" pitchFamily="2" charset="77"/>
              </a:defRPr>
            </a:lvl1pPr>
          </a:lstStyle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34A5E2F1-09EB-3A05-96B5-D08724F4F1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4623" y="3429000"/>
            <a:ext cx="1905132" cy="2215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spcBef>
                <a:spcPts val="0"/>
              </a:spcBef>
              <a:buNone/>
              <a:defRPr sz="1600" b="0" i="0">
                <a:latin typeface="Exo 2 Medium" pitchFamily="2" charset="77"/>
              </a:defRPr>
            </a:lvl1pPr>
          </a:lstStyle>
          <a:p>
            <a:pPr lvl="0"/>
            <a:r>
              <a:rPr lang="en-US"/>
              <a:t>Title of Event</a:t>
            </a:r>
          </a:p>
        </p:txBody>
      </p:sp>
      <p:sp>
        <p:nvSpPr>
          <p:cNvPr id="49" name="Text Placeholder 85">
            <a:extLst>
              <a:ext uri="{FF2B5EF4-FFF2-40B4-BE49-F238E27FC236}">
                <a16:creationId xmlns:a16="http://schemas.microsoft.com/office/drawing/2014/main" id="{2529C614-584F-C5B8-4772-8BB6FB642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4623" y="3755868"/>
            <a:ext cx="1905132" cy="57554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93675" indent="-193675">
              <a:spcBef>
                <a:spcPts val="200"/>
              </a:spcBef>
              <a:buClr>
                <a:schemeClr val="accent2"/>
              </a:buClr>
              <a:buSzPct val="100000"/>
              <a:tabLst/>
              <a:defRPr sz="1200" b="0" i="0">
                <a:latin typeface="Exo 2" pitchFamily="2" charset="77"/>
              </a:defRPr>
            </a:lvl1pPr>
          </a:lstStyle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</p:txBody>
      </p:sp>
      <p:sp>
        <p:nvSpPr>
          <p:cNvPr id="50" name="Text Placeholder 13">
            <a:extLst>
              <a:ext uri="{FF2B5EF4-FFF2-40B4-BE49-F238E27FC236}">
                <a16:creationId xmlns:a16="http://schemas.microsoft.com/office/drawing/2014/main" id="{96508104-B505-C195-982B-BBAFAE8541B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68466" y="3874155"/>
            <a:ext cx="1905132" cy="1661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1200" b="1" i="0">
                <a:solidFill>
                  <a:srgbClr val="91C353"/>
                </a:solidFill>
                <a:latin typeface="Exo 2 Medium" pitchFamily="2" charset="77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963F4728-2A40-F113-4A42-83716405A82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68466" y="3429000"/>
            <a:ext cx="1905132" cy="2215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spcBef>
                <a:spcPts val="0"/>
              </a:spcBef>
              <a:buNone/>
              <a:defRPr sz="1600" b="0" i="0">
                <a:latin typeface="Exo 2 Medium" pitchFamily="2" charset="77"/>
              </a:defRPr>
            </a:lvl1pPr>
          </a:lstStyle>
          <a:p>
            <a:pPr lvl="0"/>
            <a:r>
              <a:rPr lang="en-US"/>
              <a:t>Title of Event</a:t>
            </a:r>
          </a:p>
        </p:txBody>
      </p:sp>
      <p:sp>
        <p:nvSpPr>
          <p:cNvPr id="52" name="Text Placeholder 13">
            <a:extLst>
              <a:ext uri="{FF2B5EF4-FFF2-40B4-BE49-F238E27FC236}">
                <a16:creationId xmlns:a16="http://schemas.microsoft.com/office/drawing/2014/main" id="{3A1542DF-9020-A32C-CF63-3C8E0274A7A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24479" y="3429000"/>
            <a:ext cx="1905132" cy="2215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spcBef>
                <a:spcPts val="0"/>
              </a:spcBef>
              <a:buNone/>
              <a:defRPr sz="1600" b="0" i="0">
                <a:latin typeface="Exo 2 Medium" pitchFamily="2" charset="77"/>
              </a:defRPr>
            </a:lvl1pPr>
          </a:lstStyle>
          <a:p>
            <a:pPr lvl="0"/>
            <a:r>
              <a:rPr lang="en-US"/>
              <a:t>Title of Event</a:t>
            </a:r>
          </a:p>
        </p:txBody>
      </p:sp>
      <p:sp>
        <p:nvSpPr>
          <p:cNvPr id="53" name="Text Placeholder 85">
            <a:extLst>
              <a:ext uri="{FF2B5EF4-FFF2-40B4-BE49-F238E27FC236}">
                <a16:creationId xmlns:a16="http://schemas.microsoft.com/office/drawing/2014/main" id="{6DF90944-AC08-7875-DBBD-46912EE8BD2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68466" y="4272522"/>
            <a:ext cx="1905132" cy="57554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93675" indent="-193675">
              <a:spcBef>
                <a:spcPts val="200"/>
              </a:spcBef>
              <a:buClr>
                <a:schemeClr val="accent2"/>
              </a:buClr>
              <a:buSzPct val="100000"/>
              <a:tabLst/>
              <a:defRPr sz="1200" b="0" i="0">
                <a:latin typeface="Exo 2" pitchFamily="2" charset="77"/>
              </a:defRPr>
            </a:lvl1pPr>
          </a:lstStyle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</p:txBody>
      </p:sp>
      <p:sp>
        <p:nvSpPr>
          <p:cNvPr id="54" name="Text Placeholder 85">
            <a:extLst>
              <a:ext uri="{FF2B5EF4-FFF2-40B4-BE49-F238E27FC236}">
                <a16:creationId xmlns:a16="http://schemas.microsoft.com/office/drawing/2014/main" id="{9FEC21CC-DB12-EC5D-676F-81664A2BBD4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924479" y="3752583"/>
            <a:ext cx="1905132" cy="57554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-192024">
              <a:spcBef>
                <a:spcPts val="200"/>
              </a:spcBef>
              <a:buClr>
                <a:schemeClr val="accent2"/>
              </a:buClr>
              <a:buSzPct val="100000"/>
              <a:defRPr sz="1200" b="0" i="0">
                <a:latin typeface="Exo 2" pitchFamily="2" charset="77"/>
              </a:defRPr>
            </a:lvl1pPr>
          </a:lstStyle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  <a:p>
            <a:pPr lvl="0"/>
            <a:r>
              <a:rPr lang="en-US"/>
              <a:t>Bullet copy here</a:t>
            </a:r>
          </a:p>
        </p:txBody>
      </p:sp>
      <p:sp>
        <p:nvSpPr>
          <p:cNvPr id="2" name="Google Shape;20;p29">
            <a:extLst>
              <a:ext uri="{FF2B5EF4-FFF2-40B4-BE49-F238E27FC236}">
                <a16:creationId xmlns:a16="http://schemas.microsoft.com/office/drawing/2014/main" id="{CF16FA55-1176-2AF5-4E01-0D192273DB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02087"/>
            <a:ext cx="10515600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2117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preserve="1">
  <p:cSld name="Thank you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1D7B89-3314-098F-A741-94B6ADADE378}"/>
              </a:ext>
            </a:extLst>
          </p:cNvPr>
          <p:cNvSpPr/>
          <p:nvPr/>
        </p:nvSpPr>
        <p:spPr>
          <a:xfrm>
            <a:off x="0" y="0"/>
            <a:ext cx="12192000" cy="67007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Google Shape;28;p44">
            <a:extLst>
              <a:ext uri="{FF2B5EF4-FFF2-40B4-BE49-F238E27FC236}">
                <a16:creationId xmlns:a16="http://schemas.microsoft.com/office/drawing/2014/main" id="{A511C205-F5B9-D4CA-E9B1-791AFDBB8CA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738842" y="2669968"/>
            <a:ext cx="10714313" cy="1518064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45700" rIns="0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Exo 2 Medium"/>
              <a:buNone/>
              <a:defRPr sz="7200" b="1">
                <a:solidFill>
                  <a:schemeClr val="bg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Thank You</a:t>
            </a:r>
            <a:endParaRPr/>
          </a:p>
        </p:txBody>
      </p:sp>
      <p:pic>
        <p:nvPicPr>
          <p:cNvPr id="2" name="Google Shape;438;p18">
            <a:extLst>
              <a:ext uri="{FF2B5EF4-FFF2-40B4-BE49-F238E27FC236}">
                <a16:creationId xmlns:a16="http://schemas.microsoft.com/office/drawing/2014/main" id="{358C29FC-DA2A-AF58-4B29-DACA671DB26C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4673617" y="1250152"/>
            <a:ext cx="2844765" cy="8859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1129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>
            <a:spLocks noGrp="1"/>
          </p:cNvSpPr>
          <p:nvPr>
            <p:ph type="title"/>
          </p:nvPr>
        </p:nvSpPr>
        <p:spPr>
          <a:xfrm>
            <a:off x="838200" y="586508"/>
            <a:ext cx="10515600" cy="51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Exo 2 Medium"/>
              <a:buNone/>
              <a:defRPr sz="3200" b="0" i="0" u="none" strike="noStrike" cap="none">
                <a:solidFill>
                  <a:schemeClr val="accent2"/>
                </a:solidFill>
                <a:latin typeface="Exo 2 Medium"/>
                <a:ea typeface="Exo 2 Medium"/>
                <a:cs typeface="Exo 2 Medium"/>
                <a:sym typeface="Exo 2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7"/>
          <p:cNvSpPr txBox="1">
            <a:spLocks noGrp="1"/>
          </p:cNvSpPr>
          <p:nvPr>
            <p:ph type="body" idx="1"/>
          </p:nvPr>
        </p:nvSpPr>
        <p:spPr>
          <a:xfrm>
            <a:off x="838200" y="1253331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D2B43D09-7094-C9F5-1EE8-BC1DE1B571E0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87174" y="6293260"/>
            <a:ext cx="1066626" cy="353635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D76B6F2-0CA7-C5E3-77C6-4067E35AACA9}"/>
              </a:ext>
            </a:extLst>
          </p:cNvPr>
          <p:cNvSpPr txBox="1">
            <a:spLocks/>
          </p:cNvSpPr>
          <p:nvPr/>
        </p:nvSpPr>
        <p:spPr>
          <a:xfrm>
            <a:off x="838200" y="6387943"/>
            <a:ext cx="3713815" cy="16426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de-DE" sz="850" kern="1200" smtClean="0">
                <a:solidFill>
                  <a:schemeClr val="accent5">
                    <a:lumMod val="75000"/>
                  </a:schemeClr>
                </a:solidFill>
                <a:latin typeface="Century Gothic"/>
                <a:ea typeface="+mn-ea"/>
                <a:cs typeface="Century Gothic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xo 2" pitchFamily="2" charset="77"/>
                <a:ea typeface="+mn-ea"/>
                <a:cs typeface="+mn-cs"/>
              </a:rPr>
              <a:t>Confidential   |   For internal use only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xo 2" pitchFamily="2" charset="77"/>
                <a:ea typeface="+mn-ea"/>
              </a:rPr>
              <a:t>  |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9CDB78C-66F7-98AF-8BEA-71A8E135902A}"/>
              </a:ext>
            </a:extLst>
          </p:cNvPr>
          <p:cNvSpPr txBox="1">
            <a:spLocks/>
          </p:cNvSpPr>
          <p:nvPr/>
        </p:nvSpPr>
        <p:spPr>
          <a:xfrm>
            <a:off x="2918978" y="6387512"/>
            <a:ext cx="629263" cy="165131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en-US" sz="850" kern="1200" smtClean="0">
                <a:solidFill>
                  <a:schemeClr val="accent5">
                    <a:lumMod val="75000"/>
                  </a:schemeClr>
                </a:solidFill>
                <a:latin typeface="Century Gothic"/>
                <a:ea typeface="+mn-ea"/>
                <a:cs typeface="Century Gothic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E608C7-B471-BA4B-BD1D-C067ABD873E0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xo 2" pitchFamily="2" charset="77"/>
                <a:ea typeface="+mn-ea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Exo 2" pitchFamily="2" charset="77"/>
              <a:ea typeface="+mn-ea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A6CDCA-27FE-97DA-6787-9ADD508DB715}"/>
              </a:ext>
            </a:extLst>
          </p:cNvPr>
          <p:cNvSpPr/>
          <p:nvPr/>
        </p:nvSpPr>
        <p:spPr>
          <a:xfrm>
            <a:off x="1" y="6718302"/>
            <a:ext cx="12192000" cy="139699"/>
          </a:xfrm>
          <a:prstGeom prst="rect">
            <a:avLst/>
          </a:prstGeom>
          <a:solidFill>
            <a:srgbClr val="91C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99"/>
          </a:p>
        </p:txBody>
      </p:sp>
    </p:spTree>
    <p:extLst>
      <p:ext uri="{BB962C8B-B14F-4D97-AF65-F5344CB8AC3E}">
        <p14:creationId xmlns:p14="http://schemas.microsoft.com/office/powerpoint/2010/main" val="30343654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9" r:id="rId1"/>
    <p:sldLayoutId id="2147483738" r:id="rId2"/>
    <p:sldLayoutId id="2147483705" r:id="rId3"/>
    <p:sldLayoutId id="2147483740" r:id="rId4"/>
    <p:sldLayoutId id="2147483742" r:id="rId5"/>
    <p:sldLayoutId id="2147483736" r:id="rId6"/>
    <p:sldLayoutId id="2147483741" r:id="rId7"/>
    <p:sldLayoutId id="2147483743" r:id="rId8"/>
    <p:sldLayoutId id="2147483737" r:id="rId9"/>
    <p:sldLayoutId id="2147483719" r:id="rId10"/>
    <p:sldLayoutId id="2147483735" r:id="rId11"/>
    <p:sldLayoutId id="2147483712" r:id="rId12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127000" marR="0" lvl="0" indent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Tx/>
        <a:buNone/>
        <a:defRPr sz="1865" b="0" i="0" u="none" strike="noStrike" cap="none" baseline="0">
          <a:solidFill>
            <a:srgbClr val="000000"/>
          </a:solidFill>
          <a:latin typeface="Exo 2" pitchFamily="2" charset="77"/>
          <a:ea typeface="Exo 2" pitchFamily="2" charset="77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5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D8130E-3806-1ED3-4BCC-4CA8952C29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50519-0C4E-12AC-363A-33140D9C38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2026-07-21</a:t>
            </a:r>
          </a:p>
          <a:p>
            <a:r>
              <a:rPr lang="en-US" dirty="0"/>
              <a:t>Daniel Lill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915098-5643-1122-C468-19BCA9768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slides</a:t>
            </a:r>
          </a:p>
        </p:txBody>
      </p:sp>
    </p:spTree>
    <p:extLst>
      <p:ext uri="{BB962C8B-B14F-4D97-AF65-F5344CB8AC3E}">
        <p14:creationId xmlns:p14="http://schemas.microsoft.com/office/powerpoint/2010/main" val="426040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CF287-3E0E-3F4C-18E2-EB18E84F0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63E42-C651-B41E-0A36-9C149A30A17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Bullet 1</a:t>
            </a:r>
          </a:p>
          <a:p>
            <a:r>
              <a:rPr lang="en-US" dirty="0"/>
              <a:t>Bullet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AFDE25-C0FE-EF27-EE1D-7FECBFDCA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73" y="2563867"/>
            <a:ext cx="8630854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096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5135B-844D-71E5-D83F-18B8CF15E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8317D-CD45-2583-B7A0-442468D3122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296487"/>
      </p:ext>
    </p:extLst>
  </p:cSld>
  <p:clrMapOvr>
    <a:masterClrMapping/>
  </p:clrMapOvr>
</p:sld>
</file>

<file path=ppt/theme/theme1.xml><?xml version="1.0" encoding="utf-8"?>
<a:theme xmlns:a="http://schemas.openxmlformats.org/drawingml/2006/main" name="argenx_new">
  <a:themeElements>
    <a:clrScheme name="ArgenX">
      <a:dk1>
        <a:srgbClr val="595959"/>
      </a:dk1>
      <a:lt1>
        <a:srgbClr val="FFFFFF"/>
      </a:lt1>
      <a:dk2>
        <a:srgbClr val="000000"/>
      </a:dk2>
      <a:lt2>
        <a:srgbClr val="D4D3D5"/>
      </a:lt2>
      <a:accent1>
        <a:srgbClr val="0B436E"/>
      </a:accent1>
      <a:accent2>
        <a:srgbClr val="91C353"/>
      </a:accent2>
      <a:accent3>
        <a:srgbClr val="CCDDEF"/>
      </a:accent3>
      <a:accent4>
        <a:srgbClr val="F2F2F2"/>
      </a:accent4>
      <a:accent5>
        <a:srgbClr val="F0EBE1"/>
      </a:accent5>
      <a:accent6>
        <a:srgbClr val="086F3C"/>
      </a:accent6>
      <a:hlink>
        <a:srgbClr val="575CB3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57150"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5715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rgxSlides 2026.potx" id="{305D2780-2592-4A3C-8420-B763A334933D}" vid="{62B5390E-BA66-4957-BE6C-822AEC6F07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d5d45c-9482-489c-b4ab-e05e3afbc09f">
      <Terms xmlns="http://schemas.microsoft.com/office/infopath/2007/PartnerControls"/>
    </lcf76f155ced4ddcb4097134ff3c332f>
    <TaxCatchAll xmlns="2697f3f9-1a0b-4559-8b0a-9b1ed5d9ede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7E750661F9664DB8E7F694DA37846A" ma:contentTypeVersion="17" ma:contentTypeDescription="Create a new document." ma:contentTypeScope="" ma:versionID="afd1182d9c658a219bf5409ea281b037">
  <xsd:schema xmlns:xsd="http://www.w3.org/2001/XMLSchema" xmlns:xs="http://www.w3.org/2001/XMLSchema" xmlns:p="http://schemas.microsoft.com/office/2006/metadata/properties" xmlns:ns2="17d5d45c-9482-489c-b4ab-e05e3afbc09f" xmlns:ns3="2697f3f9-1a0b-4559-8b0a-9b1ed5d9ede1" targetNamespace="http://schemas.microsoft.com/office/2006/metadata/properties" ma:root="true" ma:fieldsID="3b3d27f23a9215a806cca9b99d061115" ns2:_="" ns3:_="">
    <xsd:import namespace="17d5d45c-9482-489c-b4ab-e05e3afbc09f"/>
    <xsd:import namespace="2697f3f9-1a0b-4559-8b0a-9b1ed5d9ed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d5d45c-9482-489c-b4ab-e05e3afbc0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e2c3530-65fe-46ac-83e0-4e2df200022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97f3f9-1a0b-4559-8b0a-9b1ed5d9ede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6d560b82-4a0a-4382-9306-498dc84b4f72}" ma:internalName="TaxCatchAll" ma:showField="CatchAllData" ma:web="2697f3f9-1a0b-4559-8b0a-9b1ed5d9ed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324C05-1034-44D4-AAA0-EF9A29BCC5E2}">
  <ds:schemaRefs>
    <ds:schemaRef ds:uri="17d5d45c-9482-489c-b4ab-e05e3afbc09f"/>
    <ds:schemaRef ds:uri="http://purl.org/dc/elements/1.1/"/>
    <ds:schemaRef ds:uri="http://purl.org/dc/dcmitype/"/>
    <ds:schemaRef ds:uri="http://schemas.microsoft.com/office/2006/documentManagement/types"/>
    <ds:schemaRef ds:uri="2697f3f9-1a0b-4559-8b0a-9b1ed5d9ede1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8114BF4A-470A-4FF2-8787-7612C6B3062B}">
  <ds:schemaRefs>
    <ds:schemaRef ds:uri="17d5d45c-9482-489c-b4ab-e05e3afbc09f"/>
    <ds:schemaRef ds:uri="2697f3f9-1a0b-4559-8b0a-9b1ed5d9ede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CC1110D-50AE-406D-AF07-671F04E85E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argxSlides 2026</Template>
  <TotalTime>0</TotalTime>
  <Words>12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Exo 2</vt:lpstr>
      <vt:lpstr>Exo 2 Medium</vt:lpstr>
      <vt:lpstr>Aptos</vt:lpstr>
      <vt:lpstr>Arial</vt:lpstr>
      <vt:lpstr>Calibri</vt:lpstr>
      <vt:lpstr>argenx_new</vt:lpstr>
      <vt:lpstr>Test slides</vt:lpstr>
      <vt:lpstr>Overview</vt:lpstr>
      <vt:lpstr>New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Lill</dc:creator>
  <cp:lastModifiedBy>Daniel Lill</cp:lastModifiedBy>
  <cp:revision>7</cp:revision>
  <dcterms:created xsi:type="dcterms:W3CDTF">2026-07-22T08:12:42Z</dcterms:created>
  <dcterms:modified xsi:type="dcterms:W3CDTF">2026-07-22T08:14:57Z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0x010100C77E750661F9664DB8E7F694DA37846A</vt:lpwstr>
  </property>
  <property fmtid="{D5CDD505-2E9C-101B-9397-08002B2CF9AE}" pid="3" name="MediaServiceImageTags">
    <vt:lpwstr/>
  </property>
</Properties>
</file>