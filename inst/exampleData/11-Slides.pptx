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2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39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8" roundtripDataSignature="AMtx7mh08hyCncQkl03gD7i4E+swarCVp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0E3881-4FAD-B168-B077-3E7D91EACC0E}" name="Willem Hettema" initials="WH" userId="S::whettema@argenx.com::7e5785da-22d0-4315-9ef1-57026af5ebe3" providerId="AD"/>
  <p188:author id="{175A4E89-991A-BD40-26BC-FEE257258F7B}" name="Anne-Gaëlle Dosne" initials="AD" userId="S::adosne@argenx.com::0fb238a0-396c-4a88-b381-edddb07274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13" autoAdjust="0"/>
  </p:normalViewPr>
  <p:slideViewPr>
    <p:cSldViewPr snapToGrid="0">
      <p:cViewPr varScale="1">
        <p:scale>
          <a:sx n="149" d="100"/>
          <a:sy n="149" d="100"/>
        </p:scale>
        <p:origin x="744" y="126"/>
      </p:cViewPr>
      <p:guideLst>
        <p:guide orient="horz" pos="2129"/>
        <p:guide pos="39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52" y="21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98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03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10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F3FE07-AAA8-CB73-9529-BFA3BFD59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1B753-923B-C6E3-93FA-0F4737D90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07F4C-6F54-448E-8E22-604370863B7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686E1-A0E2-89EE-716C-2EBB81CD85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4E1D8-7E8C-0EAF-690B-1D0D075571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521F8-4B82-456C-964F-9FC6F3A73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933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5E99A-8727-452E-8D01-02DFDF008E8B}" type="datetimeFigureOut">
              <a:rPr lang="en-BE" smtClean="0"/>
              <a:t>22/07/2026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0C59-9988-4D09-8E13-E124FD776AA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7076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5E2FA-9269-02A5-4A06-7D798C29A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46" t="9186" r="2719" b="18750"/>
          <a:stretch/>
        </p:blipFill>
        <p:spPr>
          <a:xfrm flipV="1">
            <a:off x="0" y="-3"/>
            <a:ext cx="12191999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9BC3E-869D-F3ED-2AD5-4662BD0784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287174" y="6303985"/>
            <a:ext cx="1066626" cy="33218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23BDE-2084-A8C0-8B4D-EFD4DA4E8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5319" y="3903530"/>
            <a:ext cx="7486650" cy="369332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E63B-56A7-0631-7560-0FFEC05FE386}"/>
              </a:ext>
            </a:extLst>
          </p:cNvPr>
          <p:cNvSpPr txBox="1">
            <a:spLocks/>
          </p:cNvSpPr>
          <p:nvPr userDrawn="1"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589242-8DC5-6A96-3741-5890B8E64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91969" y="4535487"/>
            <a:ext cx="3061831" cy="1768497"/>
          </a:xfrm>
        </p:spPr>
        <p:txBody>
          <a:bodyPr/>
          <a:lstStyle>
            <a:lvl1pPr marL="12700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8E51F5A-08F5-0859-8BE2-39B9D7D8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558"/>
            <a:ext cx="10515600" cy="1923691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0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ec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30" y="2320864"/>
            <a:ext cx="10820401" cy="13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7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On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0EBE4-179D-28BC-DEE3-1E4434353F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400" y="1112838"/>
            <a:ext cx="108204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4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2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hre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D8E3DC8-5388-250C-8ABB-11F7462E79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39166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04B4F-71AA-23A9-564D-D4A0EAC34B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 Right Bigg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6829926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ntent Left Four Content Righ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1867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38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1867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ix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190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0474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90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474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6F17826-95B4-F1E4-AC2C-25C83E2F04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006DC0E-A844-48FF-75D4-5FEB295D3B0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339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2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;p29">
            <a:extLst>
              <a:ext uri="{FF2B5EF4-FFF2-40B4-BE49-F238E27FC236}">
                <a16:creationId xmlns:a16="http://schemas.microsoft.com/office/drawing/2014/main" id="{C2902712-91F7-9E22-CCE5-540615B8B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AC209-CC6E-A681-F5E2-E82D556EB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B2143A2-A9A8-6B70-8537-FD4583BA28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ACEAD9C-9B9B-A707-F365-A209F3137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2358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D405FC2-FAA0-2BBF-425E-D0AA1F0EA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2358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4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. Strat. Meas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41806F-62EF-A6EF-8892-5AE5F967F809}"/>
              </a:ext>
            </a:extLst>
          </p:cNvPr>
          <p:cNvSpPr/>
          <p:nvPr/>
        </p:nvSpPr>
        <p:spPr>
          <a:xfrm>
            <a:off x="838200" y="2803062"/>
            <a:ext cx="3394263" cy="30565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F095945-A745-463A-3AE1-21B4D40BB1E8}"/>
              </a:ext>
            </a:extLst>
          </p:cNvPr>
          <p:cNvSpPr txBox="1">
            <a:spLocks/>
          </p:cNvSpPr>
          <p:nvPr/>
        </p:nvSpPr>
        <p:spPr>
          <a:xfrm>
            <a:off x="846231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2"/>
                </a:solidFill>
              </a:rPr>
              <a:t>Goals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5D90E-9E78-AB66-1B66-E222795594F5}"/>
              </a:ext>
            </a:extLst>
          </p:cNvPr>
          <p:cNvSpPr/>
          <p:nvPr/>
        </p:nvSpPr>
        <p:spPr>
          <a:xfrm>
            <a:off x="2020357" y="2266039"/>
            <a:ext cx="1029948" cy="10299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7DBF3-2EDE-A5E4-6ABD-378D3B570F57}"/>
              </a:ext>
            </a:extLst>
          </p:cNvPr>
          <p:cNvSpPr/>
          <p:nvPr/>
        </p:nvSpPr>
        <p:spPr>
          <a:xfrm>
            <a:off x="4394081" y="2803062"/>
            <a:ext cx="3394263" cy="3056573"/>
          </a:xfrm>
          <a:prstGeom prst="rect">
            <a:avLst/>
          </a:prstGeom>
          <a:solidFill>
            <a:schemeClr val="accent3">
              <a:alpha val="348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D07EC36-3F2F-244D-B3D4-369FA0D35B66}"/>
              </a:ext>
            </a:extLst>
          </p:cNvPr>
          <p:cNvSpPr txBox="1">
            <a:spLocks/>
          </p:cNvSpPr>
          <p:nvPr/>
        </p:nvSpPr>
        <p:spPr>
          <a:xfrm>
            <a:off x="4402112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</a:rPr>
              <a:t>Strategies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400128-3512-2693-8030-F086CF25106A}"/>
              </a:ext>
            </a:extLst>
          </p:cNvPr>
          <p:cNvSpPr/>
          <p:nvPr/>
        </p:nvSpPr>
        <p:spPr>
          <a:xfrm>
            <a:off x="5576238" y="2266039"/>
            <a:ext cx="1029948" cy="10299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F5C89-A721-23B7-54D4-04DF09037936}"/>
              </a:ext>
            </a:extLst>
          </p:cNvPr>
          <p:cNvSpPr/>
          <p:nvPr/>
        </p:nvSpPr>
        <p:spPr>
          <a:xfrm>
            <a:off x="7949963" y="2803062"/>
            <a:ext cx="3394263" cy="30565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3711B96-588C-DF0B-6F2B-CCDF33CD0FA6}"/>
              </a:ext>
            </a:extLst>
          </p:cNvPr>
          <p:cNvSpPr txBox="1">
            <a:spLocks/>
          </p:cNvSpPr>
          <p:nvPr/>
        </p:nvSpPr>
        <p:spPr>
          <a:xfrm>
            <a:off x="7957994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</a:rPr>
              <a:t>Measures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1161B0-4258-2885-B13B-C71F0937605D}"/>
              </a:ext>
            </a:extLst>
          </p:cNvPr>
          <p:cNvSpPr/>
          <p:nvPr/>
        </p:nvSpPr>
        <p:spPr>
          <a:xfrm>
            <a:off x="9132120" y="2266039"/>
            <a:ext cx="1029948" cy="10299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B8724C-6C66-B7D6-7640-109F91BA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085" y="2456300"/>
            <a:ext cx="574493" cy="649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0F0F70-897A-E640-7EA5-05BAE34EC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729" y="2447974"/>
            <a:ext cx="682731" cy="6660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724093-2FFE-F8C5-DA7D-1399E52A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292" y="2456300"/>
            <a:ext cx="557841" cy="649427"/>
          </a:xfrm>
          <a:prstGeom prst="rect">
            <a:avLst/>
          </a:prstGeom>
        </p:spPr>
      </p:pic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7EA5398-8B18-4DC1-382C-667CB58D5A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0" y="1378381"/>
            <a:ext cx="10515600" cy="322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buNone/>
              <a:defRPr sz="1400" b="0">
                <a:latin typeface="Exo 2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1;p29">
            <a:extLst>
              <a:ext uri="{FF2B5EF4-FFF2-40B4-BE49-F238E27FC236}">
                <a16:creationId xmlns:a16="http://schemas.microsoft.com/office/drawing/2014/main" id="{28373B35-DBAC-CF1C-0337-D7EAB1B66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0885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21;p29">
            <a:extLst>
              <a:ext uri="{FF2B5EF4-FFF2-40B4-BE49-F238E27FC236}">
                <a16:creationId xmlns:a16="http://schemas.microsoft.com/office/drawing/2014/main" id="{0DC0AF41-638B-2CEF-EEBA-770DE61B9A1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6766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1;p29">
            <a:extLst>
              <a:ext uri="{FF2B5EF4-FFF2-40B4-BE49-F238E27FC236}">
                <a16:creationId xmlns:a16="http://schemas.microsoft.com/office/drawing/2014/main" id="{33BFA44A-FBE3-76A1-3BF9-B1DC1845C1E4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8112648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0;p29">
            <a:extLst>
              <a:ext uri="{FF2B5EF4-FFF2-40B4-BE49-F238E27FC236}">
                <a16:creationId xmlns:a16="http://schemas.microsoft.com/office/drawing/2014/main" id="{F5D1FA93-90DD-9B95-6A6C-49294C8DC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847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05;p28">
            <a:extLst>
              <a:ext uri="{FF2B5EF4-FFF2-40B4-BE49-F238E27FC236}">
                <a16:creationId xmlns:a16="http://schemas.microsoft.com/office/drawing/2014/main" id="{98F38D66-6551-E7C0-2529-5DDE5757AA9A}"/>
              </a:ext>
            </a:extLst>
          </p:cNvPr>
          <p:cNvCxnSpPr>
            <a:cxnSpLocks/>
          </p:cNvCxnSpPr>
          <p:nvPr/>
        </p:nvCxnSpPr>
        <p:spPr>
          <a:xfrm>
            <a:off x="494623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05;p28">
            <a:extLst>
              <a:ext uri="{FF2B5EF4-FFF2-40B4-BE49-F238E27FC236}">
                <a16:creationId xmlns:a16="http://schemas.microsoft.com/office/drawing/2014/main" id="{A50AC84E-32EB-D7FE-CADF-B5364FB6527B}"/>
              </a:ext>
            </a:extLst>
          </p:cNvPr>
          <p:cNvCxnSpPr>
            <a:cxnSpLocks/>
          </p:cNvCxnSpPr>
          <p:nvPr/>
        </p:nvCxnSpPr>
        <p:spPr>
          <a:xfrm>
            <a:off x="2568466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205;p28">
            <a:extLst>
              <a:ext uri="{FF2B5EF4-FFF2-40B4-BE49-F238E27FC236}">
                <a16:creationId xmlns:a16="http://schemas.microsoft.com/office/drawing/2014/main" id="{6F773415-365C-F9F4-E151-D429063DBDE7}"/>
              </a:ext>
            </a:extLst>
          </p:cNvPr>
          <p:cNvCxnSpPr>
            <a:cxnSpLocks/>
          </p:cNvCxnSpPr>
          <p:nvPr/>
        </p:nvCxnSpPr>
        <p:spPr>
          <a:xfrm>
            <a:off x="4924479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205;p28">
            <a:extLst>
              <a:ext uri="{FF2B5EF4-FFF2-40B4-BE49-F238E27FC236}">
                <a16:creationId xmlns:a16="http://schemas.microsoft.com/office/drawing/2014/main" id="{46178EC4-0C5D-B027-158B-41ABB7D63F25}"/>
              </a:ext>
            </a:extLst>
          </p:cNvPr>
          <p:cNvCxnSpPr>
            <a:cxnSpLocks/>
          </p:cNvCxnSpPr>
          <p:nvPr/>
        </p:nvCxnSpPr>
        <p:spPr>
          <a:xfrm>
            <a:off x="7325036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205;p28">
            <a:extLst>
              <a:ext uri="{FF2B5EF4-FFF2-40B4-BE49-F238E27FC236}">
                <a16:creationId xmlns:a16="http://schemas.microsoft.com/office/drawing/2014/main" id="{626C9FDE-5A78-8CC5-BBB1-79F01A1E3E94}"/>
              </a:ext>
            </a:extLst>
          </p:cNvPr>
          <p:cNvCxnSpPr>
            <a:cxnSpLocks/>
          </p:cNvCxnSpPr>
          <p:nvPr/>
        </p:nvCxnSpPr>
        <p:spPr>
          <a:xfrm>
            <a:off x="9669464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Right Arrow 49">
            <a:extLst>
              <a:ext uri="{FF2B5EF4-FFF2-40B4-BE49-F238E27FC236}">
                <a16:creationId xmlns:a16="http://schemas.microsoft.com/office/drawing/2014/main" id="{C5DDCE1B-E916-5A92-5D56-1366D5860772}"/>
              </a:ext>
            </a:extLst>
          </p:cNvPr>
          <p:cNvSpPr/>
          <p:nvPr/>
        </p:nvSpPr>
        <p:spPr>
          <a:xfrm>
            <a:off x="7854380" y="2317276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Arrow 50">
            <a:extLst>
              <a:ext uri="{FF2B5EF4-FFF2-40B4-BE49-F238E27FC236}">
                <a16:creationId xmlns:a16="http://schemas.microsoft.com/office/drawing/2014/main" id="{5D93FC3F-08DA-2F37-96C5-F41AF13255CD}"/>
              </a:ext>
            </a:extLst>
          </p:cNvPr>
          <p:cNvSpPr/>
          <p:nvPr/>
        </p:nvSpPr>
        <p:spPr>
          <a:xfrm>
            <a:off x="6738038" y="2317276"/>
            <a:ext cx="3199351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51">
            <a:extLst>
              <a:ext uri="{FF2B5EF4-FFF2-40B4-BE49-F238E27FC236}">
                <a16:creationId xmlns:a16="http://schemas.microsoft.com/office/drawing/2014/main" id="{8AC5A701-BF2C-5E22-B48E-488C2EB12AFC}"/>
              </a:ext>
            </a:extLst>
          </p:cNvPr>
          <p:cNvSpPr/>
          <p:nvPr/>
        </p:nvSpPr>
        <p:spPr>
          <a:xfrm>
            <a:off x="4694179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52">
            <a:extLst>
              <a:ext uri="{FF2B5EF4-FFF2-40B4-BE49-F238E27FC236}">
                <a16:creationId xmlns:a16="http://schemas.microsoft.com/office/drawing/2014/main" id="{A2BB4107-287C-4128-8E64-C79D263F81C1}"/>
              </a:ext>
            </a:extLst>
          </p:cNvPr>
          <p:cNvSpPr/>
          <p:nvPr/>
        </p:nvSpPr>
        <p:spPr>
          <a:xfrm>
            <a:off x="750870" y="2317275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53">
            <a:extLst>
              <a:ext uri="{FF2B5EF4-FFF2-40B4-BE49-F238E27FC236}">
                <a16:creationId xmlns:a16="http://schemas.microsoft.com/office/drawing/2014/main" id="{796321C7-9786-DD6E-5F1B-D14DC6B88D13}"/>
              </a:ext>
            </a:extLst>
          </p:cNvPr>
          <p:cNvSpPr/>
          <p:nvPr/>
        </p:nvSpPr>
        <p:spPr>
          <a:xfrm>
            <a:off x="0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0EC0666-5027-87AF-3A23-5F5BCB2AE6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30795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4BCC8535-F286-24EA-8BEE-2421103E6E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69464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3CEF2EC5-A502-5CF9-25E3-2A3EBD4F9E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69464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3CF5B88D-FA55-DDD9-13A3-BE582B72A9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33311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1F6D97E6-A694-A39F-C829-5BC81B628A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8886" y="2494599"/>
            <a:ext cx="1905132" cy="3323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DED5D5E2-B4BB-EB20-1330-BF1ABC7EE28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0628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82FCBA-1455-E7EF-ECD3-78E1770FCE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1529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5C4E469D-445D-CF46-30DA-205F9C6A5C8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260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85">
            <a:extLst>
              <a:ext uri="{FF2B5EF4-FFF2-40B4-BE49-F238E27FC236}">
                <a16:creationId xmlns:a16="http://schemas.microsoft.com/office/drawing/2014/main" id="{E799090C-95C9-B269-C154-3442F9BA6B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6850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7" name="Text Placeholder 85">
            <a:extLst>
              <a:ext uri="{FF2B5EF4-FFF2-40B4-BE49-F238E27FC236}">
                <a16:creationId xmlns:a16="http://schemas.microsoft.com/office/drawing/2014/main" id="{78984840-65FC-9306-9C63-C661B4C1BB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30795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34A5E2F1-09EB-3A05-96B5-D08724F4F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23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9" name="Text Placeholder 85">
            <a:extLst>
              <a:ext uri="{FF2B5EF4-FFF2-40B4-BE49-F238E27FC236}">
                <a16:creationId xmlns:a16="http://schemas.microsoft.com/office/drawing/2014/main" id="{2529C614-584F-C5B8-4772-8BB6FB642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4623" y="3755868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96508104-B505-C195-982B-BBAFAE8541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8466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963F4728-2A40-F113-4A42-83716405A8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68466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A1542DF-9020-A32C-CF63-3C8E0274A7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24479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3" name="Text Placeholder 85">
            <a:extLst>
              <a:ext uri="{FF2B5EF4-FFF2-40B4-BE49-F238E27FC236}">
                <a16:creationId xmlns:a16="http://schemas.microsoft.com/office/drawing/2014/main" id="{6DF90944-AC08-7875-DBBD-46912EE8BD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68466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4" name="Text Placeholder 85">
            <a:extLst>
              <a:ext uri="{FF2B5EF4-FFF2-40B4-BE49-F238E27FC236}">
                <a16:creationId xmlns:a16="http://schemas.microsoft.com/office/drawing/2014/main" id="{9FEC21CC-DB12-EC5D-676F-81664A2BBD4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924479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2" name="Google Shape;20;p29">
            <a:extLst>
              <a:ext uri="{FF2B5EF4-FFF2-40B4-BE49-F238E27FC236}">
                <a16:creationId xmlns:a16="http://schemas.microsoft.com/office/drawing/2014/main" id="{CF16FA55-1176-2AF5-4E01-0D192273D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2117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Thank yo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1D7B89-3314-098F-A741-94B6ADADE378}"/>
              </a:ext>
            </a:extLst>
          </p:cNvPr>
          <p:cNvSpPr/>
          <p:nvPr/>
        </p:nvSpPr>
        <p:spPr>
          <a:xfrm>
            <a:off x="0" y="0"/>
            <a:ext cx="12192000" cy="6700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28;p44">
            <a:extLst>
              <a:ext uri="{FF2B5EF4-FFF2-40B4-BE49-F238E27FC236}">
                <a16:creationId xmlns:a16="http://schemas.microsoft.com/office/drawing/2014/main" id="{A511C205-F5B9-D4CA-E9B1-791AFDBB8CA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738842" y="2669968"/>
            <a:ext cx="10714313" cy="151806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Exo 2 Medium"/>
              <a:buNone/>
              <a:defRPr sz="7200" b="1"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Thank You</a:t>
            </a:r>
            <a:endParaRPr/>
          </a:p>
        </p:txBody>
      </p:sp>
      <p:pic>
        <p:nvPicPr>
          <p:cNvPr id="2" name="Google Shape;438;p18">
            <a:extLst>
              <a:ext uri="{FF2B5EF4-FFF2-40B4-BE49-F238E27FC236}">
                <a16:creationId xmlns:a16="http://schemas.microsoft.com/office/drawing/2014/main" id="{358C29FC-DA2A-AF58-4B29-DACA671DB26C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4673617" y="1250152"/>
            <a:ext cx="2844765" cy="885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12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838200" y="586508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Exo 2 Medium"/>
              <a:buNone/>
              <a:defRPr sz="3200" b="0" i="0" u="none" strike="noStrike" cap="none">
                <a:solidFill>
                  <a:schemeClr val="accent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2B43D09-7094-C9F5-1EE8-BC1DE1B571E0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7174" y="6293260"/>
            <a:ext cx="1066626" cy="35363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76B6F2-0CA7-C5E3-77C6-4067E35AACA9}"/>
              </a:ext>
            </a:extLst>
          </p:cNvPr>
          <p:cNvSpPr txBox="1">
            <a:spLocks/>
          </p:cNvSpPr>
          <p:nvPr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|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9CDB78C-66F7-98AF-8BEA-71A8E135902A}"/>
              </a:ext>
            </a:extLst>
          </p:cNvPr>
          <p:cNvSpPr txBox="1">
            <a:spLocks/>
          </p:cNvSpPr>
          <p:nvPr/>
        </p:nvSpPr>
        <p:spPr>
          <a:xfrm>
            <a:off x="2918978" y="6387512"/>
            <a:ext cx="629263" cy="1651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E608C7-B471-BA4B-BD1D-C067ABD873E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xo 2" pitchFamily="2" charset="77"/>
              <a:ea typeface="+mn-e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6CDCA-27FE-97DA-6787-9ADD508DB715}"/>
              </a:ext>
            </a:extLst>
          </p:cNvPr>
          <p:cNvSpPr/>
          <p:nvPr/>
        </p:nvSpPr>
        <p:spPr>
          <a:xfrm>
            <a:off x="1" y="6718302"/>
            <a:ext cx="12192000" cy="139699"/>
          </a:xfrm>
          <a:prstGeom prst="rect">
            <a:avLst/>
          </a:prstGeom>
          <a:solidFill>
            <a:srgbClr val="91C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9"/>
          </a:p>
        </p:txBody>
      </p:sp>
    </p:spTree>
    <p:extLst>
      <p:ext uri="{BB962C8B-B14F-4D97-AF65-F5344CB8AC3E}">
        <p14:creationId xmlns:p14="http://schemas.microsoft.com/office/powerpoint/2010/main" val="3034365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38" r:id="rId2"/>
    <p:sldLayoutId id="2147483705" r:id="rId3"/>
    <p:sldLayoutId id="2147483740" r:id="rId4"/>
    <p:sldLayoutId id="2147483742" r:id="rId5"/>
    <p:sldLayoutId id="2147483736" r:id="rId6"/>
    <p:sldLayoutId id="2147483741" r:id="rId7"/>
    <p:sldLayoutId id="2147483743" r:id="rId8"/>
    <p:sldLayoutId id="2147483737" r:id="rId9"/>
    <p:sldLayoutId id="2147483719" r:id="rId10"/>
    <p:sldLayoutId id="2147483735" r:id="rId11"/>
    <p:sldLayoutId id="2147483712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270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865" b="0" i="0" u="none" strike="noStrike" cap="none" baseline="0">
          <a:solidFill>
            <a:srgbClr val="000000"/>
          </a:solidFill>
          <a:latin typeface="Exo 2" pitchFamily="2" charset="77"/>
          <a:ea typeface="Exo 2" pitchFamily="2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8130E-3806-1ED3-4BCC-4CA8952C29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50519-0C4E-12AC-363A-33140D9C3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2026-07-21</a:t>
            </a:r>
          </a:p>
          <a:p>
            <a:r>
              <a:rPr lang="en-US" dirty="0"/>
              <a:t>Daniel Lill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15098-5643-1122-C468-19BCA976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slides</a:t>
            </a:r>
          </a:p>
        </p:txBody>
      </p:sp>
    </p:spTree>
    <p:extLst>
      <p:ext uri="{BB962C8B-B14F-4D97-AF65-F5344CB8AC3E}">
        <p14:creationId xmlns:p14="http://schemas.microsoft.com/office/powerpoint/2010/main" val="426040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F287-3E0E-3F4C-18E2-EB18E84F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3E42-C651-B41E-0A36-9C149A30A1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Bullet 1</a:t>
            </a:r>
          </a:p>
          <a:p>
            <a:r>
              <a:rPr lang="en-US"/>
              <a:t>Bullet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FDE25-C0FE-EF27-EE1D-7FECBFD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73" y="2583049"/>
            <a:ext cx="863085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6193"/>
      </p:ext>
    </p:extLst>
  </p:cSld>
  <p:clrMapOvr>
    <a:masterClrMapping/>
  </p:clrMapOvr>
</p:sld>
</file>

<file path=ppt/theme/theme1.xml><?xml version="1.0" encoding="utf-8"?>
<a:theme xmlns:a="http://schemas.openxmlformats.org/drawingml/2006/main" name="argenx_new">
  <a:themeElements>
    <a:clrScheme name="ArgenX">
      <a:dk1>
        <a:srgbClr val="595959"/>
      </a:dk1>
      <a:lt1>
        <a:srgbClr val="FFFFFF"/>
      </a:lt1>
      <a:dk2>
        <a:srgbClr val="000000"/>
      </a:dk2>
      <a:lt2>
        <a:srgbClr val="D4D3D5"/>
      </a:lt2>
      <a:accent1>
        <a:srgbClr val="0B436E"/>
      </a:accent1>
      <a:accent2>
        <a:srgbClr val="91C353"/>
      </a:accent2>
      <a:accent3>
        <a:srgbClr val="CCDDEF"/>
      </a:accent3>
      <a:accent4>
        <a:srgbClr val="F2F2F2"/>
      </a:accent4>
      <a:accent5>
        <a:srgbClr val="F0EBE1"/>
      </a:accent5>
      <a:accent6>
        <a:srgbClr val="086F3C"/>
      </a:accent6>
      <a:hlink>
        <a:srgbClr val="575CB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5715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gxSlides 2026.potx" id="{305D2780-2592-4A3C-8420-B763A334933D}" vid="{62B5390E-BA66-4957-BE6C-822AEC6F07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d5d45c-9482-489c-b4ab-e05e3afbc09f">
      <Terms xmlns="http://schemas.microsoft.com/office/infopath/2007/PartnerControls"/>
    </lcf76f155ced4ddcb4097134ff3c332f>
    <TaxCatchAll xmlns="2697f3f9-1a0b-4559-8b0a-9b1ed5d9ed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7E750661F9664DB8E7F694DA37846A" ma:contentTypeVersion="17" ma:contentTypeDescription="Create a new document." ma:contentTypeScope="" ma:versionID="afd1182d9c658a219bf5409ea281b037">
  <xsd:schema xmlns:xsd="http://www.w3.org/2001/XMLSchema" xmlns:xs="http://www.w3.org/2001/XMLSchema" xmlns:p="http://schemas.microsoft.com/office/2006/metadata/properties" xmlns:ns2="17d5d45c-9482-489c-b4ab-e05e3afbc09f" xmlns:ns3="2697f3f9-1a0b-4559-8b0a-9b1ed5d9ede1" targetNamespace="http://schemas.microsoft.com/office/2006/metadata/properties" ma:root="true" ma:fieldsID="3b3d27f23a9215a806cca9b99d061115" ns2:_="" ns3:_="">
    <xsd:import namespace="17d5d45c-9482-489c-b4ab-e05e3afbc09f"/>
    <xsd:import namespace="2697f3f9-1a0b-4559-8b0a-9b1ed5d9ed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5d45c-9482-489c-b4ab-e05e3afbc0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e2c3530-65fe-46ac-83e0-4e2df20002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7f3f9-1a0b-4559-8b0a-9b1ed5d9ed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d560b82-4a0a-4382-9306-498dc84b4f72}" ma:internalName="TaxCatchAll" ma:showField="CatchAllData" ma:web="2697f3f9-1a0b-4559-8b0a-9b1ed5d9ed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324C05-1034-44D4-AAA0-EF9A29BCC5E2}">
  <ds:schemaRefs>
    <ds:schemaRef ds:uri="17d5d45c-9482-489c-b4ab-e05e3afbc09f"/>
    <ds:schemaRef ds:uri="http://purl.org/dc/elements/1.1/"/>
    <ds:schemaRef ds:uri="http://purl.org/dc/dcmitype/"/>
    <ds:schemaRef ds:uri="http://schemas.microsoft.com/office/2006/documentManagement/types"/>
    <ds:schemaRef ds:uri="2697f3f9-1a0b-4559-8b0a-9b1ed5d9ede1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114BF4A-470A-4FF2-8787-7612C6B3062B}">
  <ds:schemaRefs>
    <ds:schemaRef ds:uri="17d5d45c-9482-489c-b4ab-e05e3afbc09f"/>
    <ds:schemaRef ds:uri="2697f3f9-1a0b-4559-8b0a-9b1ed5d9ed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C1110D-50AE-406D-AF07-671F04E85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argxSlides 2026</Template>
  <TotalTime>0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Exo 2</vt:lpstr>
      <vt:lpstr>Exo 2 Medium</vt:lpstr>
      <vt:lpstr>Aptos</vt:lpstr>
      <vt:lpstr>Arial</vt:lpstr>
      <vt:lpstr>Calibri</vt:lpstr>
      <vt:lpstr>argenx_new</vt:lpstr>
      <vt:lpstr>Test slides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Lill</dc:creator>
  <cp:lastModifiedBy>Daniel Lill</cp:lastModifiedBy>
  <cp:revision>5</cp:revision>
  <dcterms:created xsi:type="dcterms:W3CDTF">2026-07-22T08:12:42Z</dcterms:created>
  <dcterms:modified xsi:type="dcterms:W3CDTF">2026-07-22T08:14:25Z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0x010100C77E750661F9664DB8E7F694DA37846A</vt:lpwstr>
  </property>
  <property fmtid="{D5CDD505-2E9C-101B-9397-08002B2CF9AE}" pid="3" name="MediaServiceImageTags">
    <vt:lpwstr/>
  </property>
</Properties>
</file>